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</p:sldIdLst>
  <p:sldSz cx="13004800" cy="9753600"/>
  <p:notesSz cx="7559675" cy="10691813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072">
          <p15:clr>
            <a:srgbClr val="A4A3A4"/>
          </p15:clr>
        </p15:guide>
        <p15:guide id="2" pos="4096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57" d="100"/>
          <a:sy n="57" d="100"/>
        </p:scale>
        <p:origin x="1507" y="48"/>
      </p:cViewPr>
      <p:guideLst>
        <p:guide orient="horz" pos="3072"/>
        <p:guide pos="4096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50160" y="389160"/>
            <a:ext cx="11703600" cy="162828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it-IT" sz="4400" b="0" strike="noStrike" spc="-1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650160" y="2282040"/>
            <a:ext cx="11703600" cy="565632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it-IT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650160" y="389160"/>
            <a:ext cx="11703600" cy="162828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it-IT" sz="4400" b="0" strike="noStrike" spc="-1"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650160" y="2282040"/>
            <a:ext cx="11703600" cy="56563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it-IT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650160" y="389160"/>
            <a:ext cx="11703600" cy="162828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it-IT" sz="4400" b="0" strike="noStrike" spc="-1"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650160" y="2282040"/>
            <a:ext cx="5711040" cy="56563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it-IT" sz="3200" b="0" strike="noStrike" spc="-1">
              <a:latin typeface="Arial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body"/>
          </p:nvPr>
        </p:nvSpPr>
        <p:spPr>
          <a:xfrm>
            <a:off x="6647040" y="2282040"/>
            <a:ext cx="5711040" cy="56563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it-IT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50160" y="389160"/>
            <a:ext cx="11703600" cy="162828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it-IT" sz="44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subTitle"/>
          </p:nvPr>
        </p:nvSpPr>
        <p:spPr>
          <a:xfrm>
            <a:off x="650160" y="389160"/>
            <a:ext cx="11703600" cy="75492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it-IT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50160" y="389160"/>
            <a:ext cx="11703600" cy="162828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it-IT" sz="4400" b="0" strike="noStrike" spc="-1"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650160" y="2282040"/>
            <a:ext cx="5711040" cy="2697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it-IT" sz="3200" b="0" strike="noStrike" spc="-1">
              <a:latin typeface="Arial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body"/>
          </p:nvPr>
        </p:nvSpPr>
        <p:spPr>
          <a:xfrm>
            <a:off x="6647040" y="2282040"/>
            <a:ext cx="5711040" cy="56563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it-IT" sz="3200" b="0" strike="noStrike" spc="-1">
              <a:latin typeface="Arial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body"/>
          </p:nvPr>
        </p:nvSpPr>
        <p:spPr>
          <a:xfrm>
            <a:off x="650160" y="5236560"/>
            <a:ext cx="5711040" cy="2697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it-IT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650160" y="389160"/>
            <a:ext cx="11703600" cy="162828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it-IT" sz="4400" b="0" strike="noStrike" spc="-1"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 type="body"/>
          </p:nvPr>
        </p:nvSpPr>
        <p:spPr>
          <a:xfrm>
            <a:off x="650160" y="2282040"/>
            <a:ext cx="5711040" cy="56563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it-IT" sz="3200" b="0" strike="noStrike" spc="-1">
              <a:latin typeface="Arial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 type="body"/>
          </p:nvPr>
        </p:nvSpPr>
        <p:spPr>
          <a:xfrm>
            <a:off x="6647040" y="2282040"/>
            <a:ext cx="5711040" cy="2697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it-IT" sz="3200" b="0" strike="noStrike" spc="-1">
              <a:latin typeface="Arial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 type="body"/>
          </p:nvPr>
        </p:nvSpPr>
        <p:spPr>
          <a:xfrm>
            <a:off x="6647040" y="5236560"/>
            <a:ext cx="5711040" cy="2697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it-IT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650160" y="389160"/>
            <a:ext cx="11703600" cy="162828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it-IT" sz="4400" b="0" strike="noStrike" spc="-1"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body"/>
          </p:nvPr>
        </p:nvSpPr>
        <p:spPr>
          <a:xfrm>
            <a:off x="650160" y="2282040"/>
            <a:ext cx="5711040" cy="2697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it-IT" sz="3200" b="0" strike="noStrike" spc="-1">
              <a:latin typeface="Arial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 type="body"/>
          </p:nvPr>
        </p:nvSpPr>
        <p:spPr>
          <a:xfrm>
            <a:off x="6647040" y="2282040"/>
            <a:ext cx="5711040" cy="2697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it-IT" sz="3200" b="0" strike="noStrike" spc="-1">
              <a:latin typeface="Arial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 type="body"/>
          </p:nvPr>
        </p:nvSpPr>
        <p:spPr>
          <a:xfrm>
            <a:off x="650160" y="5236560"/>
            <a:ext cx="11703600" cy="2697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it-IT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650160" y="389160"/>
            <a:ext cx="11703600" cy="162828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it-IT" sz="4400" b="0" strike="noStrike" spc="-1"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650160" y="2282040"/>
            <a:ext cx="11703600" cy="2697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it-IT" sz="3200" b="0" strike="noStrike" spc="-1">
              <a:latin typeface="Arial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body"/>
          </p:nvPr>
        </p:nvSpPr>
        <p:spPr>
          <a:xfrm>
            <a:off x="650160" y="5236560"/>
            <a:ext cx="11703600" cy="2697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it-IT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650160" y="389160"/>
            <a:ext cx="11703600" cy="162828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it-IT" sz="4400" b="0" strike="noStrike" spc="-1"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650160" y="2282040"/>
            <a:ext cx="5711040" cy="2697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it-IT" sz="3200" b="0" strike="noStrike" spc="-1"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6647040" y="2282040"/>
            <a:ext cx="5711040" cy="2697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it-IT" sz="3200" b="0" strike="noStrike" spc="-1">
              <a:latin typeface="Arial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body"/>
          </p:nvPr>
        </p:nvSpPr>
        <p:spPr>
          <a:xfrm>
            <a:off x="650160" y="5236560"/>
            <a:ext cx="5711040" cy="2697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it-IT" sz="3200" b="0" strike="noStrike" spc="-1">
              <a:latin typeface="Arial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body"/>
          </p:nvPr>
        </p:nvSpPr>
        <p:spPr>
          <a:xfrm>
            <a:off x="6647040" y="5236560"/>
            <a:ext cx="5711040" cy="2697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it-IT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650160" y="389160"/>
            <a:ext cx="11703600" cy="162828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it-IT" sz="4400" b="0" strike="noStrike" spc="-1">
              <a:latin typeface="Aria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body"/>
          </p:nvPr>
        </p:nvSpPr>
        <p:spPr>
          <a:xfrm>
            <a:off x="650160" y="2282040"/>
            <a:ext cx="3768480" cy="2697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it-IT" sz="3200" b="0" strike="noStrike" spc="-1">
              <a:latin typeface="Arial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body"/>
          </p:nvPr>
        </p:nvSpPr>
        <p:spPr>
          <a:xfrm>
            <a:off x="4607280" y="2282040"/>
            <a:ext cx="3768480" cy="2697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it-IT" sz="3200" b="0" strike="noStrike" spc="-1">
              <a:latin typeface="Arial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 type="body"/>
          </p:nvPr>
        </p:nvSpPr>
        <p:spPr>
          <a:xfrm>
            <a:off x="8564760" y="2282040"/>
            <a:ext cx="3768480" cy="2697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it-IT" sz="3200" b="0" strike="noStrike" spc="-1">
              <a:latin typeface="Arial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 type="body"/>
          </p:nvPr>
        </p:nvSpPr>
        <p:spPr>
          <a:xfrm>
            <a:off x="650160" y="5236560"/>
            <a:ext cx="3768480" cy="2697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it-IT" sz="3200" b="0" strike="noStrike" spc="-1">
              <a:latin typeface="Arial"/>
            </a:endParaRPr>
          </a:p>
        </p:txBody>
      </p:sp>
      <p:sp>
        <p:nvSpPr>
          <p:cNvPr id="36" name="PlaceHolder 6"/>
          <p:cNvSpPr>
            <a:spLocks noGrp="1"/>
          </p:cNvSpPr>
          <p:nvPr>
            <p:ph type="body"/>
          </p:nvPr>
        </p:nvSpPr>
        <p:spPr>
          <a:xfrm>
            <a:off x="4607280" y="5236560"/>
            <a:ext cx="3768480" cy="2697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it-IT" sz="3200" b="0" strike="noStrike" spc="-1">
              <a:latin typeface="Arial"/>
            </a:endParaRPr>
          </a:p>
        </p:txBody>
      </p:sp>
      <p:sp>
        <p:nvSpPr>
          <p:cNvPr id="37" name="PlaceHolder 7"/>
          <p:cNvSpPr>
            <a:spLocks noGrp="1"/>
          </p:cNvSpPr>
          <p:nvPr>
            <p:ph type="body"/>
          </p:nvPr>
        </p:nvSpPr>
        <p:spPr>
          <a:xfrm>
            <a:off x="8564760" y="5236560"/>
            <a:ext cx="3768480" cy="2697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it-IT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50160" y="389160"/>
            <a:ext cx="11703600" cy="162828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r>
              <a:rPr lang="it-IT" sz="4400" b="0" strike="noStrike" spc="-1">
                <a:latin typeface="Arial"/>
              </a:rPr>
              <a:t>Fai clic per modificare il formato del testo del titolo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50160" y="2282040"/>
            <a:ext cx="11703600" cy="56563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it-IT" sz="3200" b="0" strike="noStrike" spc="-1">
                <a:latin typeface="Arial"/>
              </a:rPr>
              <a:t>Fai clic per modificare il formato del testo della struttura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it-IT" sz="2800" b="0" strike="noStrike" spc="-1">
                <a:latin typeface="Arial"/>
              </a:rPr>
              <a:t>Secondo livello struttura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it-IT" sz="2400" b="0" strike="noStrike" spc="-1">
                <a:latin typeface="Arial"/>
              </a:rPr>
              <a:t>Terzo livello struttura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it-IT" sz="2000" b="0" strike="noStrike" spc="-1">
                <a:latin typeface="Arial"/>
              </a:rPr>
              <a:t>Quarto livello struttura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it-IT" sz="2000" b="0" strike="noStrike" spc="-1">
                <a:latin typeface="Arial"/>
              </a:rPr>
              <a:t>Quinto livello struttura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it-IT" sz="2000" b="0" strike="noStrike" spc="-1">
                <a:latin typeface="Arial"/>
              </a:rPr>
              <a:t>Sesto livello struttura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it-IT" sz="2000" b="0" strike="noStrike" spc="-1">
                <a:latin typeface="Arial"/>
              </a:rPr>
              <a:t>Settimo livello struttura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/>
    <p:bodyStyle/>
    <p:otherStyle/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CustomShape 1"/>
          <p:cNvSpPr/>
          <p:nvPr/>
        </p:nvSpPr>
        <p:spPr>
          <a:xfrm>
            <a:off x="-7920" y="-7920"/>
            <a:ext cx="13020120" cy="6288840"/>
          </a:xfrm>
          <a:prstGeom prst="rect">
            <a:avLst/>
          </a:prstGeom>
          <a:blipFill rotWithShape="0">
            <a:blip r:embed="rId2"/>
            <a:tile/>
          </a:blip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9" name="CustomShape 2"/>
          <p:cNvSpPr/>
          <p:nvPr/>
        </p:nvSpPr>
        <p:spPr>
          <a:xfrm>
            <a:off x="573120" y="2575080"/>
            <a:ext cx="10464120" cy="3301200"/>
          </a:xfrm>
          <a:prstGeom prst="rect">
            <a:avLst/>
          </a:prstGeom>
          <a:noFill/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50760" tIns="50760" rIns="50760" bIns="50760" anchor="b"/>
          <a:lstStyle/>
          <a:p>
            <a:pPr>
              <a:lnSpc>
                <a:spcPct val="100000"/>
              </a:lnSpc>
            </a:pPr>
            <a:br>
              <a:rPr dirty="0"/>
            </a:br>
            <a:br>
              <a:rPr dirty="0"/>
            </a:br>
            <a:r>
              <a:rPr lang="it-IT" sz="5000" b="1" strike="noStrike" spc="-1" dirty="0">
                <a:solidFill>
                  <a:srgbClr val="FFFFFF"/>
                </a:solidFill>
                <a:latin typeface="Century Gothic"/>
                <a:ea typeface="Century Gothic"/>
              </a:rPr>
              <a:t>ESERCIZI VACANZE DI PASQUA </a:t>
            </a:r>
            <a:br>
              <a:rPr dirty="0"/>
            </a:br>
            <a:br>
              <a:rPr dirty="0"/>
            </a:br>
            <a:endParaRPr lang="it-IT" sz="5000" b="0" strike="noStrike" spc="-1" dirty="0">
              <a:latin typeface="Arial"/>
            </a:endParaRPr>
          </a:p>
        </p:txBody>
      </p:sp>
      <p:sp>
        <p:nvSpPr>
          <p:cNvPr id="40" name="CustomShape 3"/>
          <p:cNvSpPr/>
          <p:nvPr/>
        </p:nvSpPr>
        <p:spPr>
          <a:xfrm>
            <a:off x="430200" y="1447920"/>
            <a:ext cx="10464120" cy="1129680"/>
          </a:xfrm>
          <a:prstGeom prst="rect">
            <a:avLst/>
          </a:prstGeom>
          <a:noFill/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50760" tIns="50760" rIns="50760" bIns="50760"/>
          <a:lstStyle/>
          <a:p>
            <a:pPr>
              <a:lnSpc>
                <a:spcPct val="100000"/>
              </a:lnSpc>
            </a:pPr>
            <a:r>
              <a:rPr lang="it-IT" sz="1800" b="1" strike="noStrike" spc="-1">
                <a:solidFill>
                  <a:srgbClr val="FFFFFF"/>
                </a:solidFill>
                <a:latin typeface="Century Gothic"/>
                <a:ea typeface="Century Gothic"/>
              </a:rPr>
              <a:t>DISPENSA</a:t>
            </a:r>
            <a:br/>
            <a:r>
              <a:rPr lang="it-IT" sz="1000" b="0" strike="noStrike" spc="-1">
                <a:solidFill>
                  <a:srgbClr val="FFFFFF"/>
                </a:solidFill>
                <a:latin typeface="Century Gothic"/>
                <a:ea typeface="Century Gothic"/>
              </a:rPr>
              <a:t>SGQS modulo rev 01 09/09/2019</a:t>
            </a:r>
            <a:endParaRPr lang="it-IT" sz="10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endParaRPr lang="it-IT" sz="10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endParaRPr lang="it-IT" sz="10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endParaRPr lang="it-IT" sz="10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endParaRPr lang="it-IT" sz="10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endParaRPr lang="it-IT" sz="10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endParaRPr lang="it-IT" sz="10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endParaRPr lang="it-IT" sz="10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endParaRPr lang="it-IT" sz="10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endParaRPr lang="it-IT" sz="1000" b="0" strike="noStrike" spc="-1">
              <a:latin typeface="Arial"/>
            </a:endParaRPr>
          </a:p>
        </p:txBody>
      </p:sp>
      <p:grpSp>
        <p:nvGrpSpPr>
          <p:cNvPr id="10" name="Gruppo 9"/>
          <p:cNvGrpSpPr/>
          <p:nvPr/>
        </p:nvGrpSpPr>
        <p:grpSpPr>
          <a:xfrm>
            <a:off x="501608" y="8729696"/>
            <a:ext cx="12074564" cy="933450"/>
            <a:chOff x="142876" y="8729696"/>
            <a:chExt cx="12074564" cy="933450"/>
          </a:xfrm>
        </p:grpSpPr>
        <p:pic>
          <p:nvPicPr>
            <p:cNvPr id="9" name="Immagine 8" descr="ENGIM_LOGO NAZIONALE.png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42876" y="8734452"/>
              <a:ext cx="2430434" cy="917548"/>
            </a:xfrm>
            <a:prstGeom prst="rect">
              <a:avLst/>
            </a:prstGeom>
          </p:spPr>
        </p:pic>
        <p:pic>
          <p:nvPicPr>
            <p:cNvPr id="7" name="Immagine 6" descr="Coesione Italia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625765" y="8729696"/>
              <a:ext cx="9591675" cy="933450"/>
            </a:xfrm>
            <a:prstGeom prst="rect">
              <a:avLst/>
            </a:prstGeom>
          </p:spPr>
        </p:pic>
      </p:grp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1358944" y="161892"/>
            <a:ext cx="10215554" cy="10556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uppo 5"/>
          <p:cNvGrpSpPr/>
          <p:nvPr/>
        </p:nvGrpSpPr>
        <p:grpSpPr>
          <a:xfrm>
            <a:off x="501608" y="8729696"/>
            <a:ext cx="12074564" cy="933450"/>
            <a:chOff x="142876" y="8729696"/>
            <a:chExt cx="12074564" cy="933450"/>
          </a:xfrm>
        </p:grpSpPr>
        <p:pic>
          <p:nvPicPr>
            <p:cNvPr id="9" name="Immagine 8" descr="ENGIM_LOGO NAZIONALE.png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42876" y="8734452"/>
              <a:ext cx="2430434" cy="917548"/>
            </a:xfrm>
            <a:prstGeom prst="rect">
              <a:avLst/>
            </a:prstGeom>
          </p:spPr>
        </p:pic>
        <p:pic>
          <p:nvPicPr>
            <p:cNvPr id="10" name="Immagine 9" descr="Coesione Italia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625765" y="8729696"/>
              <a:ext cx="9591675" cy="933450"/>
            </a:xfrm>
            <a:prstGeom prst="rect">
              <a:avLst/>
            </a:prstGeom>
          </p:spPr>
        </p:pic>
      </p:grpSp>
      <p:pic>
        <p:nvPicPr>
          <p:cNvPr id="11" name="Picture 2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358944" y="161892"/>
            <a:ext cx="10215554" cy="10556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" name="CasellaDiTesto 3">
            <a:extLst>
              <a:ext uri="{FF2B5EF4-FFF2-40B4-BE49-F238E27FC236}">
                <a16:creationId xmlns:a16="http://schemas.microsoft.com/office/drawing/2014/main" id="{AE57ED61-A991-42F8-9E35-76DC6678938B}"/>
              </a:ext>
            </a:extLst>
          </p:cNvPr>
          <p:cNvSpPr txBox="1"/>
          <p:nvPr/>
        </p:nvSpPr>
        <p:spPr>
          <a:xfrm>
            <a:off x="813768" y="2428528"/>
            <a:ext cx="11593288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it-IT" dirty="0"/>
              <a:t>Valutazione scolastica. Scrivere un programma che interpreti i voti scolastici inseriti dall’utente </a:t>
            </a:r>
          </a:p>
          <a:p>
            <a:pPr marL="800100" lvl="1" indent="-342900">
              <a:buFont typeface="+mj-lt"/>
              <a:buAutoNum type="arabicPeriod"/>
            </a:pPr>
            <a:r>
              <a:rPr lang="it-IT" dirty="0"/>
              <a:t>Se il voto è pari a 10 stampare eccellente;</a:t>
            </a:r>
          </a:p>
          <a:p>
            <a:pPr marL="800100" lvl="1" indent="-342900">
              <a:buFont typeface="+mj-lt"/>
              <a:buAutoNum type="arabicPeriod"/>
            </a:pPr>
            <a:r>
              <a:rPr lang="it-IT" dirty="0"/>
              <a:t>Se il voto è maggiore o uguale ad 8 stampare ottimo;</a:t>
            </a:r>
          </a:p>
          <a:p>
            <a:pPr marL="800100" lvl="1" indent="-342900">
              <a:buFont typeface="+mj-lt"/>
              <a:buAutoNum type="arabicPeriod"/>
            </a:pPr>
            <a:r>
              <a:rPr lang="it-IT" dirty="0"/>
              <a:t>Se il voto è maggiore o uguale a 6 stampare Sufficiente;</a:t>
            </a:r>
          </a:p>
          <a:p>
            <a:pPr marL="800100" lvl="1" indent="-342900">
              <a:buFont typeface="+mj-lt"/>
              <a:buAutoNum type="arabicPeriod"/>
            </a:pPr>
            <a:r>
              <a:rPr lang="it-IT" dirty="0"/>
              <a:t>Altrimenti insufficiente</a:t>
            </a:r>
          </a:p>
          <a:p>
            <a:pPr marL="800100" lvl="1" indent="-342900">
              <a:buFont typeface="+mj-lt"/>
              <a:buAutoNum type="arabicPeriod"/>
            </a:pPr>
            <a:r>
              <a:rPr lang="it-IT" dirty="0"/>
              <a:t>Se il voto non rientra nel range 0 – 10 allora stampare «voto non valido»</a:t>
            </a:r>
          </a:p>
          <a:p>
            <a:pPr marL="342900" indent="-342900">
              <a:buFont typeface="+mj-lt"/>
              <a:buAutoNum type="arabicPeriod"/>
            </a:pPr>
            <a:r>
              <a:rPr lang="it-IT" dirty="0"/>
              <a:t>Stampare i giorni della settimana inseriti dall’utente:</a:t>
            </a:r>
          </a:p>
          <a:p>
            <a:pPr marL="800100" lvl="1" indent="-342900">
              <a:buFont typeface="+mj-lt"/>
              <a:buAutoNum type="arabicPeriod"/>
            </a:pPr>
            <a:r>
              <a:rPr lang="it-IT" dirty="0"/>
              <a:t>Es: se utente inserisce 1 allora stampare lunedì, se inserisce 2 stampare martedì etc..</a:t>
            </a:r>
          </a:p>
          <a:p>
            <a:pPr marL="342900" indent="-342900">
              <a:buFont typeface="+mj-lt"/>
              <a:buAutoNum type="arabicPeriod"/>
            </a:pPr>
            <a:r>
              <a:rPr lang="it-IT" dirty="0"/>
              <a:t>Creare una calcolatrice ‘’scientifica’’. La questa calcolatrice deve essere costruita sulla base della calcolatrice precedentemente creata ed oltre alle 4 operazioni base (+, -, *, /). In più, deve saper svolgere operazioni trigonometriche (sin, cos, tan) e radice quadrata. Rispettivamente inserendo le scelte 5, 6, 7 ed 8. Ricercate online come si implementano. </a:t>
            </a:r>
          </a:p>
          <a:p>
            <a:pPr marL="342900" indent="-342900">
              <a:buFont typeface="+mj-lt"/>
              <a:buAutoNum type="arabicPeriod"/>
            </a:pPr>
            <a:r>
              <a:rPr lang="it-IT" dirty="0"/>
              <a:t>Scrivere un programma che in base al mese dell’anno inserito mi dica se tale mese è un mese invernale, primaverile, estivo</a:t>
            </a:r>
            <a:r>
              <a:rPr lang="it-IT"/>
              <a:t>, autunnale. </a:t>
            </a:r>
          </a:p>
          <a:p>
            <a:endParaRPr lang="it-IT" dirty="0"/>
          </a:p>
          <a:p>
            <a:pPr marL="342900" indent="-342900">
              <a:buFont typeface="+mj-lt"/>
              <a:buAutoNum type="arabicPeriod"/>
            </a:pPr>
            <a:endParaRPr lang="it-IT" dirty="0"/>
          </a:p>
          <a:p>
            <a:pPr marL="342900" indent="-342900">
              <a:buFont typeface="+mj-lt"/>
              <a:buAutoNum type="arabicPeriod"/>
            </a:pPr>
            <a:endParaRPr lang="it-IT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5E5E5E"/>
      </a:dk2>
      <a:lt2>
        <a:srgbClr val="D6D5D5"/>
      </a:lt2>
      <a:accent1>
        <a:srgbClr val="00A2FF"/>
      </a:accent1>
      <a:accent2>
        <a:srgbClr val="16E7CF"/>
      </a:accent2>
      <a:accent3>
        <a:srgbClr val="FFFFFF"/>
      </a:accent3>
      <a:accent4>
        <a:srgbClr val="000000"/>
      </a:accent4>
      <a:accent5>
        <a:srgbClr val="AACEFF"/>
      </a:accent5>
      <a:accent6>
        <a:srgbClr val="13D1BB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791</TotalTime>
  <Words>197</Words>
  <Application>Microsoft Office PowerPoint</Application>
  <PresentationFormat>Personalizzato</PresentationFormat>
  <Paragraphs>20</Paragraphs>
  <Slides>2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4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2</vt:i4>
      </vt:variant>
    </vt:vector>
  </HeadingPairs>
  <TitlesOfParts>
    <vt:vector size="7" baseType="lpstr">
      <vt:lpstr>Arial</vt:lpstr>
      <vt:lpstr>Century Gothic</vt:lpstr>
      <vt:lpstr>Symbol</vt:lpstr>
      <vt:lpstr>Wingdings</vt:lpstr>
      <vt:lpstr>Office Theme</vt:lpstr>
      <vt:lpstr>Presentazione standard di PowerPoint</vt:lpstr>
      <vt:lpstr>Presentazione standard di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TITOLO Sottotitolo</dc:title>
  <dc:subject/>
  <dc:creator>francesca</dc:creator>
  <dc:description/>
  <cp:lastModifiedBy>Hassan Marji</cp:lastModifiedBy>
  <cp:revision>102</cp:revision>
  <dcterms:modified xsi:type="dcterms:W3CDTF">2025-04-19T14:54:09Z</dcterms:modified>
  <dc:language>it-IT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12.0000</vt:lpwstr>
  </property>
  <property fmtid="{D5CDD505-2E9C-101B-9397-08002B2CF9AE}" pid="3" name="HiddenSlides">
    <vt:i4>0</vt:i4>
  </property>
  <property fmtid="{D5CDD505-2E9C-101B-9397-08002B2CF9AE}" pid="4" name="HyperlinksChanged">
    <vt:bool>false</vt:bool>
  </property>
  <property fmtid="{D5CDD505-2E9C-101B-9397-08002B2CF9AE}" pid="5" name="LinksUpToDate">
    <vt:bool>false</vt:bool>
  </property>
  <property fmtid="{D5CDD505-2E9C-101B-9397-08002B2CF9AE}" pid="6" name="MMClips">
    <vt:i4>0</vt:i4>
  </property>
  <property fmtid="{D5CDD505-2E9C-101B-9397-08002B2CF9AE}" pid="7" name="Notes">
    <vt:i4>0</vt:i4>
  </property>
  <property fmtid="{D5CDD505-2E9C-101B-9397-08002B2CF9AE}" pid="8" name="PresentationFormat">
    <vt:lpwstr>Personalizzato</vt:lpwstr>
  </property>
  <property fmtid="{D5CDD505-2E9C-101B-9397-08002B2CF9AE}" pid="9" name="ScaleCrop">
    <vt:bool>false</vt:bool>
  </property>
  <property fmtid="{D5CDD505-2E9C-101B-9397-08002B2CF9AE}" pid="10" name="ShareDoc">
    <vt:bool>false</vt:bool>
  </property>
  <property fmtid="{D5CDD505-2E9C-101B-9397-08002B2CF9AE}" pid="11" name="Slides">
    <vt:i4>2</vt:i4>
  </property>
</Properties>
</file>